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Three or four public prediction lists for 2026, graded at three bars by a calibrated classifier over committed evidence. Everything in this deck traces to a run folder anyone can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is not dishonesty. It is that grading your own work at an unwritten bar produces a generous number every time. Ippolito's 78 versus 48 for the same list is the gap this project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argument about whether a prediction came true is an argument about the bar. Writing three bars before looking at evidence turns that argument into a measurement. The critic floor keeps lenient from meaning gullible.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Judgement goes to the reasoning model; the repeated yes/no goes to a decision classifier. Drift concentrates where sources disagree, which is where you would want it. The run folder is the unit of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subjects were chosen for a spread from vague to numeric and from company to person. They are not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Bob Doll: hit rates at the three bars, the gap, and the claims where the bars disagree most. Every cell links to its evidence in the run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Every: hit rates at the three bars, the gap, and the claims where the bars disagree most. Every cell links to its evidence in the run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Scott Galloway: hit rates at the three bars, the gap, and the claims where the bars disagree most. Every cell links to its evidence in the run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Mike Ippolito: hit rates at the three bars, the gap, and the claims where the bars disagree most. Every cell links to its evidence in the run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Lenient minus strict: Doll 14, Ippolito 35, Every 50. Nobody publishes this because nobody grades at more than one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at lenient, resolved only: 12 of 12. At strict: 1 of 6. Count open claims against the author and lenient is 55%. A scorecard that does not say its convention is not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Claims with a number have a smaller gap (25 vs 40) and lower hit rates at standard and lenient (19 and 38 vs 38 and 50). A number is a bar written in advance; it makes a miss undeniable.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Doll's own tally has no 'wrong' column; ours has five at the standard bar. The 'too soon' and 'unresolved' columns nearly 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single pair in the set. Host and guest predicted opposite things and the outcome fit neither. Writing bars in advance teaches you to write one for the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caveats are structural, not apologetic. Provisional grades are labelled; the bars are the thing to argue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season opens in a week. Pre-register your bars, or grade your last list. Runs come in by pull request and join the gallery.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